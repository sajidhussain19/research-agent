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</a:rPr>
              <a:t>AI RESEARCH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6070"/>
                </a:solidFill>
              </a:rPr>
              <a:t>Generated March 08, 2026  ·  Powered by OpenAI + Tavily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46320"/>
            <a:ext cx="2194560" cy="1097280"/>
          </a:xfrm>
          <a:prstGeom prst="rect">
            <a:avLst/>
          </a:prstGeom>
          <a:solidFill>
            <a:srgbClr val="0E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FF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070"/>
                </a:solidFill>
              </a:rPr>
              <a:t>Companies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4846320"/>
            <a:ext cx="2194560" cy="1097280"/>
          </a:xfrm>
          <a:prstGeom prst="rect">
            <a:avLst/>
          </a:prstGeom>
          <a:solidFill>
            <a:srgbClr val="0E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FF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070"/>
                </a:solidFill>
              </a:rPr>
              <a:t>Market 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59" y="4846320"/>
            <a:ext cx="2194560" cy="1097280"/>
          </a:xfrm>
          <a:prstGeom prst="rect">
            <a:avLst/>
          </a:prstGeom>
          <a:solidFill>
            <a:srgbClr val="0E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9" y="4937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FF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9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6070"/>
                </a:solidFill>
              </a:rPr>
              <a:t>Challenges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KEY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MARKET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070"/>
                </a:solidFill>
              </a:rPr>
              <a:t>AI Research Agent  ·  2026-03-08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